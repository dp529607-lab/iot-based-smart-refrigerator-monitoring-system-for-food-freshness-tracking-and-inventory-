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Kanit Light" panose="020B0604020202020204" charset="-34"/>
      <p:regular r:id="rId13"/>
    </p:embeddedFont>
    <p:embeddedFont>
      <p:font typeface="Martel Sans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710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ECE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501080"/>
            <a:ext cx="6296860" cy="2362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IoT-Based Smart Refrigerator Monitoring System for Food Freshness Tracking and Inventory Management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4147145"/>
            <a:ext cx="629686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An intelligent, IoT-powered solution for continuously monitoring food storage conditions, tracking freshness, and managing food inventory — reducing wastage and ensuring food safety through cloud-based monitoring.</a:t>
            </a:r>
            <a:endParaRPr lang="en-US" sz="14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43A6F4-0A9B-2A4C-991A-132102C5901A}"/>
              </a:ext>
            </a:extLst>
          </p:cNvPr>
          <p:cNvSpPr txBox="1"/>
          <p:nvPr/>
        </p:nvSpPr>
        <p:spPr>
          <a:xfrm>
            <a:off x="9598465" y="6211669"/>
            <a:ext cx="25459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/>
              <a:t>PALLINTI DURGA PRASAD</a:t>
            </a:r>
            <a:br>
              <a:rPr lang="en-IN"/>
            </a:br>
            <a:r>
              <a:rPr lang="en-IN"/>
              <a:t>323129520101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ECE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71" y="487263"/>
            <a:ext cx="4412445" cy="58834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62868"/>
            <a:ext cx="6296860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Problem Statement</a:t>
            </a:r>
            <a:endParaRPr lang="en-US" sz="3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1263055"/>
            <a:ext cx="6296860" cy="115708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8049" y="1441549"/>
            <a:ext cx="586368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No Real-Time Visibility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5488049" y="1771352"/>
            <a:ext cx="586368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Traditional refrigerators do not provide real-time information about food conditions or inventory status.</a:t>
            </a:r>
            <a:endParaRPr lang="en-US" sz="12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554684"/>
            <a:ext cx="6296860" cy="115708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88049" y="2733179"/>
            <a:ext cx="586368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Expiry Monitoring Challenges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5488049" y="3062982"/>
            <a:ext cx="586368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Users find it difficult to monitor food expiry dates and track stock availability manually.</a:t>
            </a:r>
            <a:endParaRPr lang="en-US" sz="12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3846314"/>
            <a:ext cx="6296860" cy="115708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488049" y="4024809"/>
            <a:ext cx="586368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Food Wastage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5488049" y="4354612"/>
            <a:ext cx="586368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Lack of continuous monitoring contributes to food wastage and inefficient inventory management.</a:t>
            </a:r>
            <a:endParaRPr lang="en-US" sz="12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5137944"/>
            <a:ext cx="6296860" cy="1157089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488049" y="5316438"/>
            <a:ext cx="586368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Need for Intelligent Systems</a:t>
            </a:r>
            <a:endParaRPr lang="en-US" sz="1550" dirty="0"/>
          </a:p>
        </p:txBody>
      </p:sp>
      <p:sp>
        <p:nvSpPr>
          <p:cNvPr id="16" name="Text 9"/>
          <p:cNvSpPr/>
          <p:nvPr/>
        </p:nvSpPr>
        <p:spPr>
          <a:xfrm>
            <a:off x="5488049" y="5646241"/>
            <a:ext cx="586368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Users require intelligent systems capable of monitoring storage conditions and managing inventory efficiently.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Proposed Solution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140248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IoT-Based Smart Refrigerator Monitoring System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2624534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 comprehensive system that leverages IoT sensors and cloud-based monitoring to deliver centralized, real-time access to refrigerator information.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633201" y="3701852"/>
            <a:ext cx="6903269" cy="2012752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IoT sensors monitor refrigerator conditions and food inventory continuously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Cloud-based platform enables centralized access from anywhere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Secure and user-friendly interface for easy interaction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Continuous tracking of storage conditions, food freshness, expiry dates, and inventory levels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1500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Sensors and Technologies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227138"/>
            <a:ext cx="1147833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system integrates a suite of complementary technologies to deliver comprehensive monitoring and inventory management.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61475" y="1545134"/>
            <a:ext cx="5381193" cy="1509613"/>
          </a:xfrm>
          <a:prstGeom prst="roundRect">
            <a:avLst>
              <a:gd name="adj" fmla="val 3944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9506" y="1693168"/>
            <a:ext cx="425241" cy="425252"/>
          </a:xfrm>
          <a:prstGeom prst="ellipse">
            <a:avLst/>
          </a:prstGeom>
          <a:solidFill>
            <a:srgbClr val="43706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6482" y="1810048"/>
            <a:ext cx="191289" cy="1912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9506" y="2224683"/>
            <a:ext cx="50851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Temperature Sensors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09506" y="2509838"/>
            <a:ext cx="5085131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Monitor refrigerator temperature in real time to ensure optimal storage conditions.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48928" y="1545134"/>
            <a:ext cx="5381292" cy="1509613"/>
          </a:xfrm>
          <a:prstGeom prst="roundRect">
            <a:avLst>
              <a:gd name="adj" fmla="val 3944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96959" y="1693168"/>
            <a:ext cx="425241" cy="425252"/>
          </a:xfrm>
          <a:prstGeom prst="ellipse">
            <a:avLst/>
          </a:prstGeom>
          <a:solidFill>
            <a:srgbClr val="43706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13935" y="1810048"/>
            <a:ext cx="191289" cy="1912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96959" y="2224683"/>
            <a:ext cx="50852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Humidity Sensors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296959" y="2509838"/>
            <a:ext cx="508523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Track storage humidity levels to preserve food freshness and quality.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61475" y="3161010"/>
            <a:ext cx="5381193" cy="1509613"/>
          </a:xfrm>
          <a:prstGeom prst="roundRect">
            <a:avLst>
              <a:gd name="adj" fmla="val 3944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9506" y="3309045"/>
            <a:ext cx="425241" cy="425252"/>
          </a:xfrm>
          <a:prstGeom prst="ellipse">
            <a:avLst/>
          </a:prstGeom>
          <a:solidFill>
            <a:srgbClr val="437066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6482" y="3425924"/>
            <a:ext cx="191289" cy="1912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9506" y="3840559"/>
            <a:ext cx="50851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RFID Technology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09506" y="4125714"/>
            <a:ext cx="5085131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Identify and track individual food items automatically within the refrigerator.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148928" y="3161010"/>
            <a:ext cx="5381292" cy="1509613"/>
          </a:xfrm>
          <a:prstGeom prst="roundRect">
            <a:avLst>
              <a:gd name="adj" fmla="val 3944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296959" y="3309045"/>
            <a:ext cx="425241" cy="425252"/>
          </a:xfrm>
          <a:prstGeom prst="ellipse">
            <a:avLst/>
          </a:prstGeom>
          <a:solidFill>
            <a:srgbClr val="437066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13935" y="3425924"/>
            <a:ext cx="191289" cy="19129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96959" y="3840559"/>
            <a:ext cx="50852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Barcode Technology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296959" y="4125714"/>
            <a:ext cx="508523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Scan and manage food inventory entries efficiently.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61475" y="4776887"/>
            <a:ext cx="5381193" cy="1509613"/>
          </a:xfrm>
          <a:prstGeom prst="roundRect">
            <a:avLst>
              <a:gd name="adj" fmla="val 3944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09506" y="4924921"/>
            <a:ext cx="425241" cy="425252"/>
          </a:xfrm>
          <a:prstGeom prst="ellipse">
            <a:avLst/>
          </a:prstGeom>
          <a:solidFill>
            <a:srgbClr val="437066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6482" y="5041801"/>
            <a:ext cx="191289" cy="19129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09506" y="5456436"/>
            <a:ext cx="50851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IoT Communication Modules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809506" y="5741591"/>
            <a:ext cx="508513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Transmit collected sensor data securely to the cloud platform.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148928" y="4776887"/>
            <a:ext cx="5381292" cy="1509613"/>
          </a:xfrm>
          <a:prstGeom prst="roundRect">
            <a:avLst>
              <a:gd name="adj" fmla="val 3944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296959" y="4924921"/>
            <a:ext cx="425241" cy="425252"/>
          </a:xfrm>
          <a:prstGeom prst="ellipse">
            <a:avLst/>
          </a:prstGeom>
          <a:solidFill>
            <a:srgbClr val="437066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13935" y="5041801"/>
            <a:ext cx="191289" cy="19129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296959" y="5456436"/>
            <a:ext cx="50852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Cloud Connectivity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6296959" y="5741591"/>
            <a:ext cx="5085231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Enable centralized monitoring and data management accessible from any device.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97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System Working Process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00" y="1530648"/>
            <a:ext cx="10520595" cy="39479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36045" y="4367325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Cloud Platform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7336215" y="4367325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IoT Transmission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347253" y="4367325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Inventory Update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3358291" y="4520169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Item ID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325854" y="4367325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Sensor Monitor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61475" y="569118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end-to-end workflow ensures that every stage — from sensor data collection to alert generation — operates continuously and automatically, keeping users informed at all times.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0090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Food Freshness and Storage Monitoring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61475" y="1506141"/>
            <a:ext cx="6915870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What the System Monitors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6759" y="1964382"/>
            <a:ext cx="261336" cy="2613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27702" y="1958975"/>
            <a:ext cx="1605220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Temperature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227702" y="2391767"/>
            <a:ext cx="1605220" cy="13389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Continuous real-time temperature monitoring of the refrigerator environment.</a:t>
            </a:r>
            <a:endParaRPr lang="en-US" sz="13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98921" y="1964382"/>
            <a:ext cx="261336" cy="2613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599864" y="1958975"/>
            <a:ext cx="1605220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Humidity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3599864" y="2391767"/>
            <a:ext cx="1605220" cy="1071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Ongoing humidity tracking to maintain optimal storage conditions.</a:t>
            </a:r>
            <a:endParaRPr lang="en-US" sz="13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1083" y="1964382"/>
            <a:ext cx="261336" cy="26134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972026" y="1958975"/>
            <a:ext cx="1605319" cy="54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Food Freshness &amp; Expiry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5972026" y="2663924"/>
            <a:ext cx="1605319" cy="13389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Tracks freshness status and expiry dates, identifying expired food items promptly.</a:t>
            </a:r>
            <a:endParaRPr lang="en-US" sz="13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6759" y="4329559"/>
            <a:ext cx="261336" cy="26134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27702" y="4324152"/>
            <a:ext cx="6349643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Storage Condition Alerts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1227702" y="4756944"/>
            <a:ext cx="6349643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Generates alerts when storage conditions deviate from safe thresholds.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661475" y="5205413"/>
            <a:ext cx="6915870" cy="911820"/>
          </a:xfrm>
          <a:prstGeom prst="roundRect">
            <a:avLst>
              <a:gd name="adj" fmla="val 8026"/>
            </a:avLst>
          </a:prstGeom>
          <a:solidFill>
            <a:srgbClr val="B6FCB8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699" y="5434905"/>
            <a:ext cx="217780" cy="17422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27702" y="5393531"/>
            <a:ext cx="6175419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Continuous monitoring helps users maintain optimal storage conditions and improve food safety.</a:t>
            </a:r>
            <a:endParaRPr lang="en-US" sz="13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8737" y="2057797"/>
            <a:ext cx="3527734" cy="35278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219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Inventory Management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870869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Automated monitoring helps users manage food stock efficiently and minimize unnecessary waste.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385913"/>
            <a:ext cx="1117572" cy="111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3739753"/>
            <a:ext cx="253993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Item Identification &amp; Stock Monitoring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4443710"/>
            <a:ext cx="2539936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Each food item is identified and stock availability is tracked continuously using RFID and barcode technology.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645" y="2385913"/>
            <a:ext cx="1117572" cy="1117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37645" y="3739753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Expiry Tracking &amp; Alerts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3437645" y="4148435"/>
            <a:ext cx="2540036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Food expiry dates are monitored and expired-item alerts are generated automatically to prompt timely action.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3915" y="2385913"/>
            <a:ext cx="1117572" cy="1117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13915" y="3739753"/>
            <a:ext cx="254003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Consumption History &amp; Updates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6213915" y="4443710"/>
            <a:ext cx="2540036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Consumption history is recorded and inventory is updated in real time, providing centralized food inventory information.</a:t>
            </a:r>
            <a:endParaRPr lang="en-US" sz="14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0184" y="2385913"/>
            <a:ext cx="1117572" cy="1117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990184" y="3739753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Low-Stock Detection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8990184" y="4148435"/>
            <a:ext cx="254003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system detects low-stock conditions and notifies users before items run out completely.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ECE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9480" y="487263"/>
            <a:ext cx="4412445" cy="58834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23776"/>
            <a:ext cx="6296860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Dashboard and Alert System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661475" y="1223963"/>
            <a:ext cx="6296860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An interactive, centralized dashboard provides users with a unified view of all refrigerator and inventory information at a glance.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61475" y="1845568"/>
            <a:ext cx="6296860" cy="4488656"/>
          </a:xfrm>
          <a:prstGeom prst="roundRect">
            <a:avLst>
              <a:gd name="adj" fmla="val 1492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67825" y="1851918"/>
            <a:ext cx="6284160" cy="1118989"/>
          </a:xfrm>
          <a:custGeom>
            <a:avLst/>
            <a:gdLst/>
            <a:ahLst/>
            <a:cxnLst/>
            <a:rect l="l" t="t" r="r" b="b"/>
            <a:pathLst>
              <a:path w="6284160" h="1118989">
                <a:moveTo>
                  <a:pt x="55820" y="0"/>
                </a:moveTo>
                <a:lnTo>
                  <a:pt x="6228340" y="0"/>
                </a:lnTo>
                <a:arcTo wR="55820" hR="55821" stAng="16200000" swAng="5400000"/>
                <a:lnTo>
                  <a:pt x="6284160" y="1118989"/>
                </a:lnTo>
                <a:lnTo>
                  <a:pt x="0" y="1118989"/>
                </a:lnTo>
                <a:lnTo>
                  <a:pt x="0" y="55821"/>
                </a:lnTo>
                <a:arcTo wR="55820" hR="55821" stAng="10800000" swAng="5400000"/>
                <a:close/>
              </a:path>
            </a:pathLst>
          </a:custGeom>
          <a:solidFill>
            <a:srgbClr val="DFECE9"/>
          </a:solidFill>
          <a:ln/>
        </p:spPr>
      </p:sp>
      <p:sp>
        <p:nvSpPr>
          <p:cNvPr id="8" name="Text 5"/>
          <p:cNvSpPr/>
          <p:nvPr/>
        </p:nvSpPr>
        <p:spPr>
          <a:xfrm>
            <a:off x="827265" y="2011362"/>
            <a:ext cx="596527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Temperature &amp; Storage Conditions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27265" y="2341166"/>
            <a:ext cx="5965279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Live refrigerator temperature and storage-condition information displayed in real time.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67825" y="2970907"/>
            <a:ext cx="6284160" cy="1118989"/>
          </a:xfrm>
          <a:prstGeom prst="rect">
            <a:avLst/>
          </a:prstGeom>
          <a:solidFill>
            <a:srgbClr val="DFECE9"/>
          </a:solidFill>
          <a:ln/>
        </p:spPr>
      </p:sp>
      <p:sp>
        <p:nvSpPr>
          <p:cNvPr id="11" name="Shape 8"/>
          <p:cNvSpPr/>
          <p:nvPr/>
        </p:nvSpPr>
        <p:spPr>
          <a:xfrm>
            <a:off x="667825" y="2970907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C5D2CF"/>
          </a:solidFill>
          <a:ln/>
        </p:spPr>
      </p:sp>
      <p:sp>
        <p:nvSpPr>
          <p:cNvPr id="12" name="Text 9"/>
          <p:cNvSpPr/>
          <p:nvPr/>
        </p:nvSpPr>
        <p:spPr>
          <a:xfrm>
            <a:off x="827265" y="3130352"/>
            <a:ext cx="596527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Expiry Dates &amp; Stock Availability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827265" y="3460155"/>
            <a:ext cx="5965279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Food expiry dates and current stock levels visible at a glance for quick decision-making.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67825" y="4089896"/>
            <a:ext cx="6284160" cy="1118989"/>
          </a:xfrm>
          <a:prstGeom prst="rect">
            <a:avLst/>
          </a:prstGeom>
          <a:solidFill>
            <a:srgbClr val="DFECE9"/>
          </a:solidFill>
          <a:ln/>
        </p:spPr>
      </p:sp>
      <p:sp>
        <p:nvSpPr>
          <p:cNvPr id="15" name="Shape 12"/>
          <p:cNvSpPr/>
          <p:nvPr/>
        </p:nvSpPr>
        <p:spPr>
          <a:xfrm>
            <a:off x="667825" y="4089896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C5D2CF"/>
          </a:solidFill>
          <a:ln/>
        </p:spPr>
      </p:sp>
      <p:sp>
        <p:nvSpPr>
          <p:cNvPr id="16" name="Text 13"/>
          <p:cNvSpPr/>
          <p:nvPr/>
        </p:nvSpPr>
        <p:spPr>
          <a:xfrm>
            <a:off x="827265" y="4249341"/>
            <a:ext cx="596527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Consumption History &amp; Inventory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827265" y="4579144"/>
            <a:ext cx="5965279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Historical consumption data and full inventory information accessible from the centralized dashboard.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67825" y="5208885"/>
            <a:ext cx="6284160" cy="1118989"/>
          </a:xfrm>
          <a:custGeom>
            <a:avLst/>
            <a:gdLst/>
            <a:ahLst/>
            <a:cxnLst/>
            <a:rect l="l" t="t" r="r" b="b"/>
            <a:pathLst>
              <a:path w="6284160" h="1118989">
                <a:moveTo>
                  <a:pt x="0" y="0"/>
                </a:moveTo>
                <a:lnTo>
                  <a:pt x="6284160" y="0"/>
                </a:lnTo>
                <a:lnTo>
                  <a:pt x="6284160" y="1063168"/>
                </a:lnTo>
                <a:arcTo wR="55820" hR="55821" stAng="0" swAng="5400000"/>
                <a:lnTo>
                  <a:pt x="55820" y="1118989"/>
                </a:lnTo>
                <a:arcTo wR="55820" hR="55821" stAng="5400000" swAng="5400000"/>
                <a:lnTo>
                  <a:pt x="0" y="0"/>
                </a:lnTo>
                <a:close/>
              </a:path>
            </a:pathLst>
          </a:custGeom>
          <a:solidFill>
            <a:srgbClr val="DFECE9"/>
          </a:solidFill>
          <a:ln/>
        </p:spPr>
      </p:sp>
      <p:sp>
        <p:nvSpPr>
          <p:cNvPr id="19" name="Shape 16"/>
          <p:cNvSpPr/>
          <p:nvPr/>
        </p:nvSpPr>
        <p:spPr>
          <a:xfrm>
            <a:off x="667825" y="5208885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C5D2CF"/>
          </a:solidFill>
          <a:ln/>
        </p:spPr>
      </p:sp>
      <p:sp>
        <p:nvSpPr>
          <p:cNvPr id="20" name="Text 17"/>
          <p:cNvSpPr/>
          <p:nvPr/>
        </p:nvSpPr>
        <p:spPr>
          <a:xfrm>
            <a:off x="827265" y="5368330"/>
            <a:ext cx="596527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Alert Notifications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827265" y="5698133"/>
            <a:ext cx="5965279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Timely alerts for expired food items, low-stock conditions, and any storage conditions requiring user attention.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7248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Benefits and Applications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519535"/>
            <a:ext cx="5214609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Major Benefits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661475" y="1994198"/>
            <a:ext cx="405298" cy="405309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417" y="2056110"/>
            <a:ext cx="1923010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Improved Food Safety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238417" y="2790726"/>
            <a:ext cx="1923010" cy="14074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Continuous storage-condition monitoring ensures food is kept in safe conditions at all times.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76032" y="1994198"/>
            <a:ext cx="405298" cy="405309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52975" y="2056110"/>
            <a:ext cx="1923109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Reduced Food Wastage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3952975" y="2790726"/>
            <a:ext cx="1923109" cy="112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Expiry tracking and low-stock alerts help users act before food is wasted.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61475" y="4541540"/>
            <a:ext cx="405298" cy="405309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8417" y="4603452"/>
            <a:ext cx="463766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Enhanced Inventory Management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238417" y="5056584"/>
            <a:ext cx="4637666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Automated tracking delivers more efficient food-stock management and supports smart kitchen automation.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21961" y="1519535"/>
            <a:ext cx="5214609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Application Areas</a:t>
            </a:r>
            <a:endParaRPr lang="en-US" sz="175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21961" y="2025650"/>
            <a:ext cx="270166" cy="270173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763771" y="2033588"/>
            <a:ext cx="2058142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Homes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6763771" y="2486720"/>
            <a:ext cx="2058142" cy="112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Personal food freshness and inventory management for households.</a:t>
            </a:r>
            <a:endParaRPr lang="en-US" sz="14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36518" y="2025650"/>
            <a:ext cx="270166" cy="27017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478329" y="2033588"/>
            <a:ext cx="2058241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Restaurants &amp; Hotels</a:t>
            </a:r>
            <a:endParaRPr lang="en-US" sz="1750" dirty="0"/>
          </a:p>
        </p:txBody>
      </p:sp>
      <p:sp>
        <p:nvSpPr>
          <p:cNvPr id="19" name="Text 15"/>
          <p:cNvSpPr/>
          <p:nvPr/>
        </p:nvSpPr>
        <p:spPr>
          <a:xfrm>
            <a:off x="9478329" y="2768203"/>
            <a:ext cx="2058241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Large-scale food storage monitoring for commercial kitchens.</a:t>
            </a:r>
            <a:endParaRPr lang="en-US" sz="14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21961" y="3987502"/>
            <a:ext cx="270166" cy="27017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763771" y="3995440"/>
            <a:ext cx="2058142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Supermarkets</a:t>
            </a:r>
            <a:endParaRPr lang="en-US" sz="1750" dirty="0"/>
          </a:p>
        </p:txBody>
      </p:sp>
      <p:sp>
        <p:nvSpPr>
          <p:cNvPr id="22" name="Text 17"/>
          <p:cNvSpPr/>
          <p:nvPr/>
        </p:nvSpPr>
        <p:spPr>
          <a:xfrm>
            <a:off x="6763771" y="4448572"/>
            <a:ext cx="2058142" cy="112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Inventory and freshness tracking across large food retail environments.</a:t>
            </a:r>
            <a:endParaRPr lang="en-US" sz="14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36518" y="3987502"/>
            <a:ext cx="270166" cy="27017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478329" y="3995440"/>
            <a:ext cx="2058241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Hospitals &amp; Food Storage Facilities</a:t>
            </a:r>
            <a:endParaRPr lang="en-US" sz="1750" dirty="0"/>
          </a:p>
        </p:txBody>
      </p:sp>
      <p:sp>
        <p:nvSpPr>
          <p:cNvPr id="25" name="Text 19"/>
          <p:cNvSpPr/>
          <p:nvPr/>
        </p:nvSpPr>
        <p:spPr>
          <a:xfrm>
            <a:off x="9478329" y="4730055"/>
            <a:ext cx="2058241" cy="14074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Critical food safety monitoring in healthcare and dedicated storage environments.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9098"/>
            <a:ext cx="10868745" cy="424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Conclusion</a:t>
            </a:r>
            <a:endParaRPr lang="en-US" sz="2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239838"/>
            <a:ext cx="3588652" cy="35887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87859" y="2697361"/>
            <a:ext cx="6948611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 Smarter Way to Store Food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87859" y="3007320"/>
            <a:ext cx="6948611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 IoT-Based Smart Refrigerator Monitoring System delivers a comprehensive, automated solution for modern food storage challenges.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61475" y="5048250"/>
            <a:ext cx="271654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01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61475" y="5259983"/>
            <a:ext cx="2643915" cy="1905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8" name="Text 5"/>
          <p:cNvSpPr/>
          <p:nvPr/>
        </p:nvSpPr>
        <p:spPr>
          <a:xfrm>
            <a:off x="661475" y="5365948"/>
            <a:ext cx="2643915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Continuous Monitoring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61475" y="5636816"/>
            <a:ext cx="264391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Temperature, humidity, food freshness, and inventory are monitored without interruption.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403019" y="5048250"/>
            <a:ext cx="271654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02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403019" y="5259983"/>
            <a:ext cx="2644014" cy="1905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2" name="Text 9"/>
          <p:cNvSpPr/>
          <p:nvPr/>
        </p:nvSpPr>
        <p:spPr>
          <a:xfrm>
            <a:off x="3403019" y="5365948"/>
            <a:ext cx="2644014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RFID &amp; Barcode Tracking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403019" y="5636816"/>
            <a:ext cx="2644014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Reliable identification and cloud-based management of all food inventory items.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144662" y="5048250"/>
            <a:ext cx="271654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03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144662" y="5259983"/>
            <a:ext cx="2643915" cy="1905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6" name="Text 13"/>
          <p:cNvSpPr/>
          <p:nvPr/>
        </p:nvSpPr>
        <p:spPr>
          <a:xfrm>
            <a:off x="6144662" y="5365948"/>
            <a:ext cx="2643915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Timely Alerts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144662" y="5636816"/>
            <a:ext cx="2643915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Expiry and low-stock alerts empower users to take timely, informed action.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886206" y="5048250"/>
            <a:ext cx="271654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04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886206" y="5259983"/>
            <a:ext cx="2644014" cy="1905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20" name="Text 17"/>
          <p:cNvSpPr/>
          <p:nvPr/>
        </p:nvSpPr>
        <p:spPr>
          <a:xfrm>
            <a:off x="8886206" y="5365948"/>
            <a:ext cx="2644014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Smarter Outcomes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886206" y="5636816"/>
            <a:ext cx="2644014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Improved food safety, reduced wastage, enhanced inventory management, and support for smart kitchen automation.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791</Words>
  <Application>Microsoft Office PowerPoint</Application>
  <PresentationFormat>Widescreen</PresentationFormat>
  <Paragraphs>113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Kanit Light</vt:lpstr>
      <vt:lpstr>Martel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LOKESH VARMA</dc:creator>
  <cp:lastModifiedBy>LOKESH VARMA</cp:lastModifiedBy>
  <cp:revision>3</cp:revision>
  <dcterms:created xsi:type="dcterms:W3CDTF">2026-08-19T06:47:13Z</dcterms:created>
  <dcterms:modified xsi:type="dcterms:W3CDTF">2026-10-04T18:33:56Z</dcterms:modified>
</cp:coreProperties>
</file>